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Dubai Housing Price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Data Analysis Project</a:t>
            </a:r>
          </a:p>
          <a:p>
            <a:r>
              <a:t>Using Python &amp;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Analyze housing dataset</a:t>
            </a:r>
          </a:p>
          <a:p>
            <a:r>
              <a:t>• Identify factors affecting price</a:t>
            </a:r>
          </a:p>
          <a:p>
            <a:r>
              <a:t>• Generate business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Features: Price, SquareFeet, Bedrooms, Bathrooms, YearBuilt, Neighborhood</a:t>
            </a:r>
          </a:p>
          <a:p>
            <a:r>
              <a:t>• Mix of numerical &amp; categorical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Histograms, Bar plots, Box plots</a:t>
            </a:r>
          </a:p>
          <a:p>
            <a:r>
              <a:t>• Helps identify trends and distributions</a:t>
            </a:r>
          </a:p>
          <a:p>
            <a:r>
              <a:t>• Used Power BI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Univariate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Price: Right-skewed</a:t>
            </a:r>
          </a:p>
          <a:p>
            <a:r>
              <a:t>• SquareFeet: Moderate distribution</a:t>
            </a:r>
          </a:p>
          <a:p>
            <a:r>
              <a:t>• Bedrooms/Bathrooms: Mostly 2–4</a:t>
            </a:r>
          </a:p>
          <a:p>
            <a:r>
              <a:t>• Neighborhood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Histogram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Price &amp; Size show skewness</a:t>
            </a:r>
          </a:p>
          <a:p>
            <a:r>
              <a:t>• YearBuilt shows recent construction trend</a:t>
            </a:r>
          </a:p>
          <a:p>
            <a:r>
              <a:t>• Helps understand data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Box Plot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Price &amp; Bathrooms show outliers</a:t>
            </a:r>
          </a:p>
          <a:p>
            <a:r>
              <a:t>• Identifies luxury properties</a:t>
            </a:r>
          </a:p>
          <a:p>
            <a:r>
              <a:t>• Shows spread and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 Plot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Neighborhood comparison</a:t>
            </a:r>
          </a:p>
          <a:p>
            <a:r>
              <a:t>• Bedrooms &amp; Bathrooms frequency</a:t>
            </a:r>
          </a:p>
          <a:p>
            <a:r>
              <a:t>• Helps understand demand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Multivariate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Price vs SquareFeet vs Neighborhood</a:t>
            </a:r>
          </a:p>
          <a:p>
            <a:r>
              <a:t>• Bedrooms &amp; Bathrooms impact</a:t>
            </a:r>
          </a:p>
          <a:p>
            <a:r>
              <a:t>• Combined effect of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 Plot &amp;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Strong correlation: SquareFeet &amp; Price</a:t>
            </a:r>
          </a:p>
          <a:p>
            <a:r>
              <a:t>• Moderate: Bedrooms &amp; Bathrooms</a:t>
            </a:r>
          </a:p>
          <a:p>
            <a:r>
              <a:t>• Helps identify relationships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Size is main driver of price</a:t>
            </a:r>
          </a:p>
          <a:p>
            <a:r>
              <a:t>• Urban areas are expensive</a:t>
            </a:r>
          </a:p>
          <a:p>
            <a:r>
              <a:t>• Mid-range homes dominate</a:t>
            </a:r>
          </a:p>
          <a:p>
            <a:r>
              <a:t>• Luxury outliers exist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Focus on 2–3 BHK homes</a:t>
            </a:r>
          </a:p>
          <a:p>
            <a:r>
              <a:t>• Invest in urban areas</a:t>
            </a:r>
          </a:p>
          <a:p>
            <a:r>
              <a:t>• Optimize pricing strategy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dirty="0"/>
              <a:t>Price depends on size &amp; location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Dataset dominated by mid-range homes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Useful for real estate decision-making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239</Words>
  <Application>Microsoft Office PowerPoint</Application>
  <PresentationFormat>On-screen Show (4:3)</PresentationFormat>
  <Paragraphs>52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Dubai Housing Price Analysis</vt:lpstr>
      <vt:lpstr>Objective</vt:lpstr>
      <vt:lpstr>Dataset Overview</vt:lpstr>
      <vt:lpstr>Data Visualization</vt:lpstr>
      <vt:lpstr>Univariate Analysis</vt:lpstr>
      <vt:lpstr>Histogram Analysis</vt:lpstr>
      <vt:lpstr>Box Plot Analysis</vt:lpstr>
      <vt:lpstr>Bar Plot Analysis</vt:lpstr>
      <vt:lpstr>Multivariate Analysis</vt:lpstr>
      <vt:lpstr>Pair Plot &amp; Correlation</vt:lpstr>
      <vt:lpstr>Key Insights</vt:lpstr>
      <vt:lpstr>Business Insights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Nivedita Das</dc:creator>
  <cp:keywords/>
  <dc:description>generated using python-pptx</dc:description>
  <cp:lastModifiedBy>Nivedita Das</cp:lastModifiedBy>
  <cp:revision>2</cp:revision>
  <dcterms:created xsi:type="dcterms:W3CDTF">2013-01-27T09:14:16Z</dcterms:created>
  <dcterms:modified xsi:type="dcterms:W3CDTF">2026-04-07T16:17:24Z</dcterms:modified>
  <cp:category/>
</cp:coreProperties>
</file>
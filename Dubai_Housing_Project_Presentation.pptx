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F3F06-ECE3-446C-9080-8A1BE9D89639}" v="4" dt="2026-04-09T15:21:35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dita Das" userId="0db932b7e2c6140a" providerId="LiveId" clId="{2A0FE8E5-6510-4721-B901-FE11D0D4DACE}"/>
    <pc:docChg chg="custSel addSld delSld modSld sldOrd">
      <pc:chgData name="Nivedita Das" userId="0db932b7e2c6140a" providerId="LiveId" clId="{2A0FE8E5-6510-4721-B901-FE11D0D4DACE}" dt="2026-04-09T15:22:59.034" v="121" actId="20577"/>
      <pc:docMkLst>
        <pc:docMk/>
      </pc:docMkLst>
      <pc:sldChg chg="del">
        <pc:chgData name="Nivedita Das" userId="0db932b7e2c6140a" providerId="LiveId" clId="{2A0FE8E5-6510-4721-B901-FE11D0D4DACE}" dt="2026-04-09T15:21:09.988" v="53" actId="2696"/>
        <pc:sldMkLst>
          <pc:docMk/>
          <pc:sldMk cId="0" sldId="256"/>
        </pc:sldMkLst>
      </pc:sldChg>
      <pc:sldChg chg="modSp mod">
        <pc:chgData name="Nivedita Das" userId="0db932b7e2c6140a" providerId="LiveId" clId="{2A0FE8E5-6510-4721-B901-FE11D0D4DACE}" dt="2026-04-09T15:21:02.016" v="52" actId="20577"/>
        <pc:sldMkLst>
          <pc:docMk/>
          <pc:sldMk cId="0" sldId="257"/>
        </pc:sldMkLst>
        <pc:spChg chg="mod">
          <ac:chgData name="Nivedita Das" userId="0db932b7e2c6140a" providerId="LiveId" clId="{2A0FE8E5-6510-4721-B901-FE11D0D4DACE}" dt="2026-04-09T15:21:02.016" v="5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1:39.080" v="82" actId="5793"/>
        <pc:sldMkLst>
          <pc:docMk/>
          <pc:sldMk cId="0" sldId="258"/>
        </pc:sldMkLst>
        <pc:spChg chg="mod">
          <ac:chgData name="Nivedita Das" userId="0db932b7e2c6140a" providerId="LiveId" clId="{2A0FE8E5-6510-4721-B901-FE11D0D4DACE}" dt="2026-04-09T15:21:39.080" v="82" actId="579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2:05.163" v="96" actId="20577"/>
        <pc:sldMkLst>
          <pc:docMk/>
          <pc:sldMk cId="0" sldId="260"/>
        </pc:sldMkLst>
        <pc:spChg chg="mod">
          <ac:chgData name="Nivedita Das" userId="0db932b7e2c6140a" providerId="LiveId" clId="{2A0FE8E5-6510-4721-B901-FE11D0D4DACE}" dt="2026-04-09T15:22:05.163" v="9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1:53.331" v="88" actId="20577"/>
        <pc:sldMkLst>
          <pc:docMk/>
          <pc:sldMk cId="0" sldId="261"/>
        </pc:sldMkLst>
        <pc:spChg chg="mod">
          <ac:chgData name="Nivedita Das" userId="0db932b7e2c6140a" providerId="LiveId" clId="{2A0FE8E5-6510-4721-B901-FE11D0D4DACE}" dt="2026-04-09T15:21:53.331" v="8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2:17.338" v="102" actId="20577"/>
        <pc:sldMkLst>
          <pc:docMk/>
          <pc:sldMk cId="0" sldId="262"/>
        </pc:sldMkLst>
        <pc:spChg chg="mod">
          <ac:chgData name="Nivedita Das" userId="0db932b7e2c6140a" providerId="LiveId" clId="{2A0FE8E5-6510-4721-B901-FE11D0D4DACE}" dt="2026-04-09T15:22:17.338" v="10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2:26.103" v="108" actId="20577"/>
        <pc:sldMkLst>
          <pc:docMk/>
          <pc:sldMk cId="0" sldId="263"/>
        </pc:sldMkLst>
        <pc:spChg chg="mod">
          <ac:chgData name="Nivedita Das" userId="0db932b7e2c6140a" providerId="LiveId" clId="{2A0FE8E5-6510-4721-B901-FE11D0D4DACE}" dt="2026-04-09T15:22:26.103" v="10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2:36.100" v="111" actId="20577"/>
        <pc:sldMkLst>
          <pc:docMk/>
          <pc:sldMk cId="0" sldId="264"/>
        </pc:sldMkLst>
        <pc:spChg chg="mod">
          <ac:chgData name="Nivedita Das" userId="0db932b7e2c6140a" providerId="LiveId" clId="{2A0FE8E5-6510-4721-B901-FE11D0D4DACE}" dt="2026-04-09T15:22:36.100" v="111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2:43.064" v="114" actId="20577"/>
        <pc:sldMkLst>
          <pc:docMk/>
          <pc:sldMk cId="0" sldId="265"/>
        </pc:sldMkLst>
        <pc:spChg chg="mod">
          <ac:chgData name="Nivedita Das" userId="0db932b7e2c6140a" providerId="LiveId" clId="{2A0FE8E5-6510-4721-B901-FE11D0D4DACE}" dt="2026-04-09T15:22:43.064" v="114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2:52.318" v="118" actId="20577"/>
        <pc:sldMkLst>
          <pc:docMk/>
          <pc:sldMk cId="0" sldId="266"/>
        </pc:sldMkLst>
        <pc:spChg chg="mod">
          <ac:chgData name="Nivedita Das" userId="0db932b7e2c6140a" providerId="LiveId" clId="{2A0FE8E5-6510-4721-B901-FE11D0D4DACE}" dt="2026-04-09T15:22:52.318" v="11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4-09T15:22:59.034" v="121" actId="20577"/>
        <pc:sldMkLst>
          <pc:docMk/>
          <pc:sldMk cId="0" sldId="267"/>
        </pc:sldMkLst>
        <pc:spChg chg="mod">
          <ac:chgData name="Nivedita Das" userId="0db932b7e2c6140a" providerId="LiveId" clId="{2A0FE8E5-6510-4721-B901-FE11D0D4DACE}" dt="2026-04-09T15:22:59.034" v="121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new mod ord modClrScheme chgLayout">
        <pc:chgData name="Nivedita Das" userId="0db932b7e2c6140a" providerId="LiveId" clId="{2A0FE8E5-6510-4721-B901-FE11D0D4DACE}" dt="2026-04-09T15:20:41.481" v="46" actId="113"/>
        <pc:sldMkLst>
          <pc:docMk/>
          <pc:sldMk cId="1972105299" sldId="269"/>
        </pc:sldMkLst>
        <pc:spChg chg="del mod">
          <ac:chgData name="Nivedita Das" userId="0db932b7e2c6140a" providerId="LiveId" clId="{2A0FE8E5-6510-4721-B901-FE11D0D4DACE}" dt="2026-04-09T15:19:45.534" v="9" actId="700"/>
          <ac:spMkLst>
            <pc:docMk/>
            <pc:sldMk cId="1972105299" sldId="269"/>
            <ac:spMk id="2" creationId="{1AC5A1FC-E74C-BDA5-52E2-CF5A0FC81FA7}"/>
          </ac:spMkLst>
        </pc:spChg>
        <pc:spChg chg="del">
          <ac:chgData name="Nivedita Das" userId="0db932b7e2c6140a" providerId="LiveId" clId="{2A0FE8E5-6510-4721-B901-FE11D0D4DACE}" dt="2026-04-09T15:19:45.534" v="9" actId="700"/>
          <ac:spMkLst>
            <pc:docMk/>
            <pc:sldMk cId="1972105299" sldId="269"/>
            <ac:spMk id="3" creationId="{102C5364-6F00-F2B9-2D04-571DA106EAAE}"/>
          </ac:spMkLst>
        </pc:spChg>
        <pc:spChg chg="add mod">
          <ac:chgData name="Nivedita Das" userId="0db932b7e2c6140a" providerId="LiveId" clId="{2A0FE8E5-6510-4721-B901-FE11D0D4DACE}" dt="2026-04-09T15:20:10.967" v="16" actId="14100"/>
          <ac:spMkLst>
            <pc:docMk/>
            <pc:sldMk cId="1972105299" sldId="269"/>
            <ac:spMk id="5" creationId="{8735E593-7B7D-785B-0E27-88F5BB363B0A}"/>
          </ac:spMkLst>
        </pc:spChg>
        <pc:spChg chg="add mod">
          <ac:chgData name="Nivedita Das" userId="0db932b7e2c6140a" providerId="LiveId" clId="{2A0FE8E5-6510-4721-B901-FE11D0D4DACE}" dt="2026-04-09T15:20:41.481" v="46" actId="113"/>
          <ac:spMkLst>
            <pc:docMk/>
            <pc:sldMk cId="1972105299" sldId="269"/>
            <ac:spMk id="6" creationId="{CB72FE02-85A7-5B67-90D0-29818FB5AA1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35E593-7B7D-785B-0E27-88F5BB363B0A}"/>
              </a:ext>
            </a:extLst>
          </p:cNvPr>
          <p:cNvSpPr txBox="1"/>
          <p:nvPr/>
        </p:nvSpPr>
        <p:spPr>
          <a:xfrm>
            <a:off x="772886" y="1056306"/>
            <a:ext cx="75220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DUBAI HOUSING PRICE ANALYSIS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2FE02-85A7-5B67-90D0-29818FB5AA1F}"/>
              </a:ext>
            </a:extLst>
          </p:cNvPr>
          <p:cNvSpPr txBox="1"/>
          <p:nvPr/>
        </p:nvSpPr>
        <p:spPr>
          <a:xfrm>
            <a:off x="4887685" y="5093809"/>
            <a:ext cx="37653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/>
              <a:t>Presented By: Nivedita Das</a:t>
            </a:r>
          </a:p>
        </p:txBody>
      </p:sp>
    </p:spTree>
    <p:extLst>
      <p:ext uri="{BB962C8B-B14F-4D97-AF65-F5344CB8AC3E}">
        <p14:creationId xmlns:p14="http://schemas.microsoft.com/office/powerpoint/2010/main" val="197210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housing dataset</a:t>
            </a:r>
          </a:p>
          <a:p>
            <a:r>
              <a:rPr dirty="0"/>
              <a:t>Identify factors affecting price</a:t>
            </a:r>
          </a:p>
          <a:p>
            <a:r>
              <a:rPr dirty="0"/>
              <a:t>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Features: Price, </a:t>
            </a:r>
            <a:r>
              <a:rPr dirty="0" err="1"/>
              <a:t>SquareFeet</a:t>
            </a:r>
            <a:r>
              <a:rPr dirty="0"/>
              <a:t>, Bedrooms, Bathrooms, YearBuilt, Neighborhood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Mix of numerical &amp; categorical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Histograms, Bar plots, Box plots</a:t>
            </a:r>
          </a:p>
          <a:p>
            <a:r>
              <a:t>• Helps identify trends and distributions</a:t>
            </a:r>
          </a:p>
          <a:p>
            <a:r>
              <a:t>• Used Power BI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Price: Right-skewed</a:t>
            </a:r>
          </a:p>
          <a:p>
            <a:r>
              <a:rPr dirty="0" err="1"/>
              <a:t>SquareFeet</a:t>
            </a:r>
            <a:r>
              <a:rPr dirty="0"/>
              <a:t>: Moderate distribution</a:t>
            </a:r>
          </a:p>
          <a:p>
            <a:r>
              <a:rPr dirty="0"/>
              <a:t>Bedrooms/Bathrooms: Mostly 2–4</a:t>
            </a:r>
          </a:p>
          <a:p>
            <a:r>
              <a:rPr dirty="0"/>
              <a:t>Neighborhood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Price &amp; Size show skewness</a:t>
            </a:r>
          </a:p>
          <a:p>
            <a:r>
              <a:rPr dirty="0"/>
              <a:t>YearBuilt shows recent construction trend</a:t>
            </a:r>
          </a:p>
          <a:p>
            <a:r>
              <a:rPr dirty="0"/>
              <a:t>Helps understand data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Plot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Price &amp; Bathrooms show outliers</a:t>
            </a:r>
          </a:p>
          <a:p>
            <a:r>
              <a:rPr dirty="0"/>
              <a:t>Identifies luxury properties</a:t>
            </a:r>
          </a:p>
          <a:p>
            <a:r>
              <a:rPr dirty="0"/>
              <a:t>Shows spread and median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Plot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Neighborhood comparison</a:t>
            </a:r>
          </a:p>
          <a:p>
            <a:r>
              <a:rPr dirty="0"/>
              <a:t>Bedrooms &amp; Bathrooms frequency</a:t>
            </a:r>
          </a:p>
          <a:p>
            <a:r>
              <a:rPr dirty="0"/>
              <a:t>Helps understand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Price vs </a:t>
            </a:r>
            <a:r>
              <a:rPr dirty="0" err="1"/>
              <a:t>SquareFeet</a:t>
            </a:r>
            <a:r>
              <a:rPr dirty="0"/>
              <a:t> vs Neighborhood</a:t>
            </a:r>
          </a:p>
          <a:p>
            <a:r>
              <a:rPr dirty="0"/>
              <a:t>Bedrooms &amp; Bathrooms impact</a:t>
            </a:r>
          </a:p>
          <a:p>
            <a:r>
              <a:rPr dirty="0"/>
              <a:t>Combined effect of variables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 Plot &amp;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correlation: </a:t>
            </a:r>
            <a:r>
              <a:rPr dirty="0" err="1"/>
              <a:t>SquareFeet</a:t>
            </a:r>
            <a:r>
              <a:rPr dirty="0"/>
              <a:t> &amp; Price</a:t>
            </a:r>
          </a:p>
          <a:p>
            <a:r>
              <a:rPr dirty="0"/>
              <a:t>Moderate: Bedrooms &amp; Bathrooms</a:t>
            </a:r>
          </a:p>
          <a:p>
            <a:r>
              <a:rPr dirty="0"/>
              <a:t>Helps identify relationships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Size is main driver of price</a:t>
            </a:r>
          </a:p>
          <a:p>
            <a:r>
              <a:rPr dirty="0"/>
              <a:t>Urban areas are expensive</a:t>
            </a:r>
          </a:p>
          <a:p>
            <a:r>
              <a:rPr dirty="0"/>
              <a:t>Mid-range homes dominate</a:t>
            </a:r>
          </a:p>
          <a:p>
            <a:r>
              <a:rPr dirty="0"/>
              <a:t>Luxury outliers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 on 2–3 BHK homes</a:t>
            </a:r>
          </a:p>
          <a:p>
            <a:r>
              <a:rPr dirty="0"/>
              <a:t>Invest in urban areas</a:t>
            </a:r>
          </a:p>
          <a:p>
            <a:r>
              <a:rPr dirty="0"/>
              <a:t>Optimize pricing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Price depends on size &amp;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Dataset dominated by mid-range homes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Useful for real estate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204</Words>
  <Application>Microsoft Office PowerPoint</Application>
  <PresentationFormat>On-screen Show (4:3)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Objective</vt:lpstr>
      <vt:lpstr>Dataset Overview</vt:lpstr>
      <vt:lpstr>Data Visualization</vt:lpstr>
      <vt:lpstr>Univariate Analysis</vt:lpstr>
      <vt:lpstr>Histogram Analysis</vt:lpstr>
      <vt:lpstr>Box Plot Analysis</vt:lpstr>
      <vt:lpstr>Bar Plot Analysis</vt:lpstr>
      <vt:lpstr>Multivariate Analysis</vt:lpstr>
      <vt:lpstr>Pair Plot &amp; Correlation</vt:lpstr>
      <vt:lpstr>Key Insights</vt:lpstr>
      <vt:lpstr>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Nivedita Das</dc:creator>
  <cp:keywords/>
  <dc:description>generated using python-pptx</dc:description>
  <cp:lastModifiedBy>Nivedita Das</cp:lastModifiedBy>
  <cp:revision>2</cp:revision>
  <dcterms:created xsi:type="dcterms:W3CDTF">2013-01-27T09:14:16Z</dcterms:created>
  <dcterms:modified xsi:type="dcterms:W3CDTF">2026-04-09T15:23:04Z</dcterms:modified>
  <cp:category/>
</cp:coreProperties>
</file>